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816" y="-48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TheShivamKumarSingh/BloodAnalysi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Design and Implementation of a Multi-Model AI Agent</a:t>
            </a:r>
          </a:p>
          <a:p>
            <a:r>
              <a:rPr dirty="0"/>
              <a:t>for Automated Health Diagnostics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Project Presentation</a:t>
            </a:r>
          </a:p>
          <a:p>
            <a:r>
              <a:rPr dirty="0"/>
              <a:t>Prepared by: Shivam Kumar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People often receive blood test reports but cannot easily understand the meaning of parameters.</a:t>
            </a:r>
          </a:p>
          <a:p>
            <a:r>
              <a:t>Manual interpretation requires medical knowledge and time.</a:t>
            </a:r>
          </a:p>
          <a:p>
            <a:r>
              <a:t>There is a need for an automated system that extracts values, compares ranges, and gives health insights.</a:t>
            </a:r>
          </a:p>
          <a:p>
            <a:r>
              <a:t>Goal: Build an AI-powered diagnostic assistant that works online for everyone.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 &amp;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Patients struggle to interpret medical lab reports.</a:t>
            </a:r>
          </a:p>
          <a:p>
            <a:r>
              <a:t>Lack of quick access to doctors for basic report understanding.</a:t>
            </a:r>
          </a:p>
          <a:p>
            <a:r>
              <a:t>Need for instant risk scoring and recommendations.</a:t>
            </a:r>
          </a:p>
          <a:p>
            <a:r>
              <a:t>A user-friendly AI chatbot can improve awareness and early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Extract tested values + reference ranges directly from uploaded blood reports.</a:t>
            </a:r>
          </a:p>
          <a:p>
            <a:r>
              <a:rPr dirty="0"/>
              <a:t>Classify each parameter as Normal / High / Low.</a:t>
            </a:r>
          </a:p>
          <a:p>
            <a:r>
              <a:rPr dirty="0"/>
              <a:t>Generate disease risk scores dynamically using an AI model.</a:t>
            </a:r>
          </a:p>
          <a:p>
            <a:r>
              <a:rPr dirty="0"/>
              <a:t>Provide final summarized report and recommendations.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Proposed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Developed a Multi-Model AI Agent for health report analysis.</a:t>
            </a:r>
          </a:p>
          <a:p>
            <a:r>
              <a:rPr dirty="0"/>
              <a:t>Supports multiple input formats: PDF, Image, CSV, JSON.</a:t>
            </a:r>
          </a:p>
          <a:p>
            <a:r>
              <a:rPr dirty="0"/>
              <a:t>Uses OCR + PDF text extraction for parameter detection.</a:t>
            </a:r>
          </a:p>
          <a:p>
            <a:r>
              <a:rPr dirty="0"/>
              <a:t>Uses </a:t>
            </a:r>
            <a:r>
              <a:rPr lang="en-IN" dirty="0"/>
              <a:t>an </a:t>
            </a:r>
            <a:r>
              <a:rPr dirty="0"/>
              <a:t>AI </a:t>
            </a:r>
            <a:r>
              <a:rPr lang="en-IN" dirty="0"/>
              <a:t>model</a:t>
            </a:r>
            <a:r>
              <a:rPr dirty="0"/>
              <a:t> for risk scoring and medical reasoning.</a:t>
            </a:r>
          </a:p>
          <a:p>
            <a:r>
              <a:rPr dirty="0"/>
              <a:t>Provides </a:t>
            </a:r>
            <a:r>
              <a:rPr lang="en-IN" dirty="0"/>
              <a:t>a </a:t>
            </a:r>
            <a:r>
              <a:rPr dirty="0"/>
              <a:t>report Q&amp;A chatbot for </a:t>
            </a:r>
            <a:r>
              <a:rPr lang="en-IN" dirty="0"/>
              <a:t>personalised</a:t>
            </a:r>
            <a:r>
              <a:rPr dirty="0"/>
              <a:t>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8"/>
            <a:ext cx="8229600" cy="1143000"/>
          </a:xfrm>
        </p:spPr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12278"/>
            <a:ext cx="9144000" cy="5345722"/>
          </a:xfrm>
        </p:spPr>
        <p:txBody>
          <a:bodyPr>
            <a:normAutofit/>
          </a:bodyPr>
          <a:lstStyle/>
          <a:p>
            <a:r>
              <a:rPr dirty="0"/>
              <a:t>Input: Blood report upload (PDF/Image/CSV/JSON).</a:t>
            </a:r>
          </a:p>
          <a:p>
            <a:r>
              <a:rPr dirty="0"/>
              <a:t>Model 1: Extraction + Normal/High/Low classification.</a:t>
            </a:r>
          </a:p>
          <a:p>
            <a:r>
              <a:rPr dirty="0"/>
              <a:t>Model 2: Dynamic risk scoring.</a:t>
            </a:r>
          </a:p>
          <a:p>
            <a:r>
              <a:rPr dirty="0"/>
              <a:t>Model 3: Final synthesis report generation.</a:t>
            </a:r>
          </a:p>
          <a:p>
            <a:r>
              <a:rPr dirty="0"/>
              <a:t>Model 4: </a:t>
            </a:r>
            <a:r>
              <a:rPr lang="en-IN" dirty="0"/>
              <a:t>Personalised</a:t>
            </a:r>
            <a:r>
              <a:rPr dirty="0"/>
              <a:t> Q&amp;A chatbot.</a:t>
            </a:r>
          </a:p>
          <a:p>
            <a:r>
              <a:rPr dirty="0"/>
              <a:t>Output: Display report + Download PDF + Interactive chatbot.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Frontend/UI: </a:t>
            </a:r>
            <a:r>
              <a:rPr dirty="0" err="1"/>
              <a:t>Gradio</a:t>
            </a:r>
            <a:r>
              <a:rPr dirty="0"/>
              <a:t> (Hugging Face Spaces)</a:t>
            </a:r>
          </a:p>
          <a:p>
            <a:r>
              <a:rPr dirty="0"/>
              <a:t>Hosting: Hugging Face Spaces (Free)</a:t>
            </a:r>
          </a:p>
          <a:p>
            <a:r>
              <a:rPr dirty="0"/>
              <a:t>Backend: Python</a:t>
            </a:r>
          </a:p>
          <a:p>
            <a:r>
              <a:rPr dirty="0"/>
              <a:t>Data Handling: Pandas</a:t>
            </a:r>
          </a:p>
          <a:p>
            <a:r>
              <a:rPr dirty="0"/>
              <a:t>OCR: </a:t>
            </a:r>
            <a:r>
              <a:rPr dirty="0" err="1"/>
              <a:t>pytesseract</a:t>
            </a:r>
            <a:r>
              <a:rPr dirty="0"/>
              <a:t> </a:t>
            </a:r>
          </a:p>
          <a:p>
            <a:r>
              <a:rPr dirty="0"/>
              <a:t>AI Reasoning: Google Gemini API</a:t>
            </a:r>
          </a:p>
          <a:p>
            <a:r>
              <a:rPr dirty="0"/>
              <a:t>PDF Generation: </a:t>
            </a:r>
            <a:r>
              <a:rPr dirty="0" err="1"/>
              <a:t>ReportLab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Workflow (End-to-End 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846" y="1417638"/>
            <a:ext cx="8845062" cy="5352439"/>
          </a:xfrm>
        </p:spPr>
        <p:txBody>
          <a:bodyPr>
            <a:normAutofit fontScale="92500"/>
          </a:bodyPr>
          <a:lstStyle/>
          <a:p>
            <a:r>
              <a:rPr dirty="0"/>
              <a:t>User uploads blood report file.</a:t>
            </a:r>
          </a:p>
          <a:p>
            <a:r>
              <a:rPr dirty="0"/>
              <a:t>Text is extracted (PDF extraction or OCR for images).</a:t>
            </a:r>
          </a:p>
          <a:p>
            <a:r>
              <a:rPr dirty="0"/>
              <a:t>Regex-based parser extracts parameter, value, reference range.</a:t>
            </a:r>
          </a:p>
          <a:p>
            <a:r>
              <a:rPr dirty="0"/>
              <a:t>Model 1 compares values with ranges and detects abnormality.</a:t>
            </a:r>
          </a:p>
          <a:p>
            <a:r>
              <a:rPr dirty="0"/>
              <a:t>Model 2 generates risk scores and possible conditions.</a:t>
            </a:r>
          </a:p>
          <a:p>
            <a:r>
              <a:rPr dirty="0"/>
              <a:t>Model 3 synthesizes final health report.</a:t>
            </a:r>
          </a:p>
          <a:p>
            <a:r>
              <a:rPr dirty="0"/>
              <a:t>User can download report PDF and ask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Model </a:t>
            </a:r>
            <a:r>
              <a:rPr dirty="0"/>
              <a:t>1: Data Extraction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469" y="1417638"/>
            <a:ext cx="8801100" cy="5165724"/>
          </a:xfrm>
        </p:spPr>
        <p:txBody>
          <a:bodyPr>
            <a:normAutofit lnSpcReduction="10000"/>
          </a:bodyPr>
          <a:lstStyle/>
          <a:p>
            <a:r>
              <a:rPr dirty="0"/>
              <a:t>Implemented multi-format ingestion: PDF, Image, CSV, JSON.</a:t>
            </a:r>
          </a:p>
          <a:p>
            <a:r>
              <a:rPr dirty="0"/>
              <a:t>Extracted tested values and reference ranges from same report.</a:t>
            </a:r>
          </a:p>
          <a:p>
            <a:r>
              <a:rPr dirty="0"/>
              <a:t>Converted raw report into structured JSON format.</a:t>
            </a:r>
          </a:p>
          <a:p>
            <a:r>
              <a:rPr dirty="0"/>
              <a:t>Generated Normal/High/Low classification for each parameter.</a:t>
            </a:r>
          </a:p>
          <a:p>
            <a:r>
              <a:rPr dirty="0"/>
              <a:t>Handled OCR and PDF extraction robustness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131"/>
            <a:ext cx="8229600" cy="1338507"/>
          </a:xfrm>
        </p:spPr>
        <p:txBody>
          <a:bodyPr>
            <a:normAutofit/>
          </a:bodyPr>
          <a:lstStyle/>
          <a:p>
            <a:r>
              <a:rPr dirty="0"/>
              <a:t> M</a:t>
            </a:r>
            <a:r>
              <a:rPr lang="en-IN" dirty="0" err="1"/>
              <a:t>odel</a:t>
            </a:r>
            <a:r>
              <a:rPr dirty="0"/>
              <a:t> 2: Dynamic Risk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15" y="1417638"/>
            <a:ext cx="8818685" cy="54403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Generated dynamic risk scores (0–100) for multiple categories: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Diabetes risk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Cardiovascular risk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Kidney risk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Liver risk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Anemia risk</a:t>
            </a:r>
          </a:p>
          <a:p>
            <a:r>
              <a:rPr dirty="0"/>
              <a:t> returns structured JSON output with reasoning.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 Final Report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85900"/>
            <a:ext cx="9144000" cy="5372100"/>
          </a:xfrm>
        </p:spPr>
        <p:txBody>
          <a:bodyPr>
            <a:normAutofit lnSpcReduction="10000"/>
          </a:bodyPr>
          <a:lstStyle/>
          <a:p>
            <a:r>
              <a:rPr dirty="0"/>
              <a:t>Implemented synthesis agent to combine Model 1 + Model 2 outputs.</a:t>
            </a:r>
          </a:p>
          <a:p>
            <a:r>
              <a:rPr dirty="0"/>
              <a:t>Generated final user-friendly medical summary report.</a:t>
            </a:r>
          </a:p>
          <a:p>
            <a:r>
              <a:rPr dirty="0"/>
              <a:t>Included:</a:t>
            </a:r>
          </a:p>
          <a:p>
            <a:pPr marL="0" indent="0">
              <a:buNone/>
            </a:pPr>
            <a:r>
              <a:rPr lang="en-IN" dirty="0"/>
              <a:t> 	</a:t>
            </a:r>
            <a:r>
              <a:rPr dirty="0"/>
              <a:t>• Top abnormal findings</a:t>
            </a:r>
          </a:p>
          <a:p>
            <a:pPr marL="0" indent="0">
              <a:buNone/>
            </a:pPr>
            <a:r>
              <a:rPr lang="en-IN" dirty="0"/>
              <a:t> 	</a:t>
            </a:r>
            <a:r>
              <a:rPr dirty="0"/>
              <a:t>• Risk score dashboard</a:t>
            </a:r>
          </a:p>
          <a:p>
            <a:pPr marL="0" indent="0">
              <a:buNone/>
            </a:pPr>
            <a:r>
              <a:rPr lang="en-IN" dirty="0"/>
              <a:t> 	</a:t>
            </a:r>
            <a:r>
              <a:rPr dirty="0"/>
              <a:t>• Possible conditions (not diagnosis)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Personalized recommendations</a:t>
            </a:r>
          </a:p>
          <a:p>
            <a:pPr marL="0" indent="0">
              <a:buNone/>
            </a:pPr>
            <a:r>
              <a:rPr lang="en-IN" dirty="0"/>
              <a:t> 	</a:t>
            </a:r>
            <a:r>
              <a:rPr dirty="0"/>
              <a:t>• Doctor consultation suggestions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Deployment + PDF Report Export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768"/>
            <a:ext cx="9047285" cy="5165724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Hosted the complete project online using Hugging Face Spaces.</a:t>
            </a:r>
          </a:p>
          <a:p>
            <a:r>
              <a:rPr dirty="0"/>
              <a:t>Built UI using </a:t>
            </a:r>
            <a:r>
              <a:rPr dirty="0" err="1"/>
              <a:t>Gradio</a:t>
            </a:r>
            <a:r>
              <a:rPr dirty="0"/>
              <a:t> with multiple tabs: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Upload &amp; Analyze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Risk Dashboard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Final Report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Chat Q&amp;A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Download PDF</a:t>
            </a:r>
          </a:p>
          <a:p>
            <a:r>
              <a:rPr dirty="0"/>
              <a:t>Generated downloadable PDF report using </a:t>
            </a:r>
            <a:r>
              <a:rPr dirty="0" err="1"/>
              <a:t>ReportLab</a:t>
            </a:r>
            <a:r>
              <a:rPr dirty="0"/>
              <a:t>.</a:t>
            </a:r>
          </a:p>
          <a:p>
            <a:r>
              <a:rPr dirty="0"/>
              <a:t>Ensured full end-to-end workflow works online without local installation.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Personalized Q&amp;A Chatbot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r>
              <a:rPr dirty="0"/>
              <a:t>Added an interactive chatbot for user queries about report.</a:t>
            </a:r>
          </a:p>
          <a:p>
            <a:r>
              <a:rPr dirty="0"/>
              <a:t>User can input: Age, Gender, Lifestyle, Symptoms.</a:t>
            </a:r>
          </a:p>
          <a:p>
            <a:r>
              <a:rPr dirty="0"/>
              <a:t>AI answers personalized health-related questions.</a:t>
            </a:r>
          </a:p>
          <a:p>
            <a:r>
              <a:rPr dirty="0"/>
              <a:t>Example questions: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Is my glucose dangerous for my age?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What diet should I follow?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Which doctor should I consult?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Results / Output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r>
              <a:rPr dirty="0"/>
              <a:t>Extracted blood parameters successfully from uploaded report.</a:t>
            </a:r>
          </a:p>
          <a:p>
            <a:r>
              <a:rPr dirty="0"/>
              <a:t>Detected abnormal values (High/Low).</a:t>
            </a:r>
          </a:p>
          <a:p>
            <a:r>
              <a:rPr dirty="0"/>
              <a:t>Generated risk scores with explanation.</a:t>
            </a:r>
          </a:p>
          <a:p>
            <a:r>
              <a:rPr dirty="0"/>
              <a:t>Produced final synthesized health report in readable format.</a:t>
            </a:r>
          </a:p>
          <a:p>
            <a:r>
              <a:rPr dirty="0"/>
              <a:t>PDF report download available.</a:t>
            </a:r>
          </a:p>
          <a:p>
            <a:r>
              <a:rPr dirty="0"/>
              <a:t>User can ask follow-up questions through chatbot.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74884"/>
            <a:ext cx="9143999" cy="5583116"/>
          </a:xfrm>
        </p:spPr>
        <p:txBody>
          <a:bodyPr>
            <a:normAutofit/>
          </a:bodyPr>
          <a:lstStyle/>
          <a:p>
            <a:r>
              <a:rPr dirty="0"/>
              <a:t>OCR accuracy depends on image quality and report format.</a:t>
            </a:r>
          </a:p>
          <a:p>
            <a:r>
              <a:rPr dirty="0"/>
              <a:t>AI-based risk scoring is probabilistic and not a diagnosis.</a:t>
            </a:r>
          </a:p>
          <a:p>
            <a:r>
              <a:rPr dirty="0"/>
              <a:t>Some medical parameters may use uncommon naming formats.</a:t>
            </a:r>
          </a:p>
          <a:p>
            <a:r>
              <a:rPr dirty="0"/>
              <a:t>Requires internet connection and Gemini API key.</a:t>
            </a:r>
          </a:p>
          <a:p>
            <a:r>
              <a:rPr dirty="0"/>
              <a:t>Ethical concern: must include medical disclaimer.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60485"/>
            <a:ext cx="8229600" cy="1778123"/>
          </a:xfrm>
        </p:spPr>
        <p:txBody>
          <a:bodyPr/>
          <a:lstStyle/>
          <a:p>
            <a:r>
              <a:rPr dirty="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0585"/>
            <a:ext cx="9144000" cy="5697415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Successfully developed a Multi-Model AI Agent for automated health diagnostics.</a:t>
            </a:r>
          </a:p>
          <a:p>
            <a:r>
              <a:rPr dirty="0"/>
              <a:t>The system is hosted online and accessible for public use.</a:t>
            </a:r>
          </a:p>
          <a:p>
            <a:r>
              <a:rPr dirty="0"/>
              <a:t>Future Enhancements: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Add more medical report types (X-ray</a:t>
            </a:r>
            <a:r>
              <a:rPr lang="en-IN" dirty="0"/>
              <a:t>, ECG, </a:t>
            </a:r>
            <a:r>
              <a:rPr dirty="0"/>
              <a:t>urine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test)</a:t>
            </a:r>
            <a:endParaRPr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Add patient history tracking (database)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Add multilingual support (Hindi/English)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Improve OCR using deep learning models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• Integrate hospital APIs for direct report fetching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6BD5-8835-59B7-D921-8C33E5F8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Let’s see the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D9D21-F5A6-DBE4-B0D5-2B596453A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8860" y="1600200"/>
            <a:ext cx="8229600" cy="4525963"/>
          </a:xfrm>
        </p:spPr>
        <p:txBody>
          <a:bodyPr/>
          <a:lstStyle/>
          <a:p>
            <a:r>
              <a:rPr lang="en-US" dirty="0">
                <a:hlinkClick r:id="rId2"/>
              </a:rPr>
              <a:t>Click to see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299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4239-0910-939E-3E91-343B5322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50832" y="-774578"/>
            <a:ext cx="12933485" cy="6741624"/>
          </a:xfrm>
        </p:spPr>
        <p:txBody>
          <a:bodyPr>
            <a:normAutofit/>
          </a:bodyPr>
          <a:lstStyle/>
          <a:p>
            <a:r>
              <a:rPr lang="en-IN" sz="8000" b="1" dirty="0"/>
              <a:t>Thank You 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2C437-5E2A-B8F1-0B06-EAAA0F8A823A}"/>
              </a:ext>
            </a:extLst>
          </p:cNvPr>
          <p:cNvSpPr txBox="1"/>
          <p:nvPr/>
        </p:nvSpPr>
        <p:spPr>
          <a:xfrm>
            <a:off x="2643554" y="3185160"/>
            <a:ext cx="560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054981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5363</TotalTime>
  <Words>864</Words>
  <Application>Microsoft Office PowerPoint</Application>
  <PresentationFormat>On-screen Show (4:3)</PresentationFormat>
  <Paragraphs>116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Design and Implementation of a Multi-Model AI Agent for Automated Health Diagnostics</vt:lpstr>
      <vt:lpstr>Problem Statement</vt:lpstr>
      <vt:lpstr>Motivation &amp; Need</vt:lpstr>
      <vt:lpstr>Project Objectives</vt:lpstr>
      <vt:lpstr>Proposed Solution Overview</vt:lpstr>
      <vt:lpstr>System Architecture</vt:lpstr>
      <vt:lpstr>Technology Stack</vt:lpstr>
      <vt:lpstr>Workflow (End-to-End Pipeline)</vt:lpstr>
      <vt:lpstr>Model 1: Data Extraction &amp; Interpretation</vt:lpstr>
      <vt:lpstr> Model 2: Dynamic Risk Scoring</vt:lpstr>
      <vt:lpstr> Final Report Synthesis</vt:lpstr>
      <vt:lpstr>Deployment + PDF Report Export</vt:lpstr>
      <vt:lpstr>Personalized Q&amp;A Chatbot Feature</vt:lpstr>
      <vt:lpstr>Key Results / Output Example</vt:lpstr>
      <vt:lpstr>Limitations &amp; Challenges</vt:lpstr>
      <vt:lpstr>Conclusion &amp; Future Scope</vt:lpstr>
      <vt:lpstr>Let’s see the demo</vt:lpstr>
      <vt:lpstr>Thank You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Kumar</cp:lastModifiedBy>
  <cp:revision>3</cp:revision>
  <dcterms:created xsi:type="dcterms:W3CDTF">2013-01-27T09:14:16Z</dcterms:created>
  <dcterms:modified xsi:type="dcterms:W3CDTF">2026-02-22T13:05:18Z</dcterms:modified>
  <cp:category/>
</cp:coreProperties>
</file>